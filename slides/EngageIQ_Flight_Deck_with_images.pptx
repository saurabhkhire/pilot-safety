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EngageIQ Flight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Pilot Behavioral Safety Monitoring</a:t>
            </a:r>
          </a:p>
          <a:p>
            <a:r>
              <a:t>Google DeepMind × InstaLILY On-Device AI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Pilot fatigue causes ~15–20% of aviation accidents</a:t>
            </a:r>
          </a:p>
          <a:p>
            <a:r>
              <a:t>• Biometric video (face) cannot leave the aircraft — privacy &amp; security regulations</a:t>
            </a:r>
          </a:p>
          <a:p>
            <a:r>
              <a:t>• Cloud round-trip latency at cruise (satellite): 600–800ms — too slow for &amp;lt;500ms alerts</a:t>
            </a:r>
          </a:p>
          <a:p>
            <a:r>
              <a:t>• Oceanic routes: zero connectivity for hours — system must work offline</a:t>
            </a:r>
          </a:p>
          <a:p>
            <a:r>
              <a:t>• Continuous camera feed economics: per-call API pricing is impractical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Two camera feeds + cockpit data → live Pilot Safety Index (PSI, 0–100)</a:t>
            </a:r>
          </a:p>
          <a:p>
            <a:r>
              <a:t>• Escalating safety interventions: NOMINAL → MONITOR → CAUTION → WARNING → CRITICAL</a:t>
            </a:r>
          </a:p>
          <a:p>
            <a:r>
              <a:t>• Fully on-device inference via Ollama (Gemma 3n, FunctionGemma) — no cloud</a:t>
            </a:r>
          </a:p>
          <a:p>
            <a:r>
              <a:t>• Autonomous ActionAgent decides: trigger_alert, notify_copilot, suggest_rest_protocol, etc.</a:t>
            </a:r>
          </a:p>
          <a:p>
            <a:r>
              <a:t>• Demo: upload drowsy video or inject scenarios; watch PSI drop and alerts escalate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PerceptionAgent (Gemma 3n) — face frame → pilot_state (perclos, yawn, head_drop, gaze)</a:t>
            </a:r>
          </a:p>
          <a:p>
            <a:r>
              <a:t>• ActionAgent (FunctionGemma 270M) — pilot_state → function calls</a:t>
            </a:r>
          </a:p>
          <a:p>
            <a:r>
              <a:t>• LandingAgent (Gemma 3n) — external/belly frame → landing_report (bounces, score)</a:t>
            </a:r>
          </a:p>
          <a:p>
            <a:r>
              <a:t>• PSI Engine — composite score from fatigue, attention, procedural, landing</a:t>
            </a:r>
          </a:p>
          <a:p>
            <a:r>
              <a:t>• Cockpit Error Classifier — 5 error types (wrong_button, omission, commission, reversal, sequence_error)</a:t>
            </a:r>
          </a:p>
          <a:p>
            <a:r>
              <a:t>• React HUD — PSI ring, signals, agent feed, landing report, alert banner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1 (Face) → OpenCV → PerceptionAgent (Gemma 3n) → pilot_state JSON</a:t>
            </a:r>
          </a:p>
          <a:p>
            <a:r>
              <a:t>Camera 2 (External) → OpenCV → LandingAgent (Gemma 3n) → landing_report JSON</a:t>
            </a:r>
          </a:p>
          <a:p>
            <a:r>
              <a:t>X-Plane / Replay → sim_bridge → phase + cockpit_errors</a:t>
            </a:r>
          </a:p>
          <a:p>
            <a:r>
              <a:t>pilot_state + cockpit_errors → ActionAgent (FunctionGemma) → function calls</a:t>
            </a:r>
          </a:p>
          <a:p>
            <a:r>
              <a:t>All outputs → PSI Engine → WebSocket (2Hz) → React HUD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PerceptionAgent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Gemma 3n E4B</a:t>
            </a:r>
          </a:p>
          <a:p/>
          <a:p>
            <a:r>
              <a:t>• Input: face frame (Camera 1) + flight phase</a:t>
            </a:r>
          </a:p>
          <a:p>
            <a:r>
              <a:t>• Output: pilot_state JSON (state, perclos_est, yawn, head_drop, gaze_off_instruments)</a:t>
            </a:r>
          </a:p>
          <a:p>
            <a:r>
              <a:t>• Runs every 2 seconds</a:t>
            </a:r>
          </a:p>
          <a:p>
            <a:r>
              <a:t>• LoRA fine-tuned on NTHU drowsy driver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ActionAgent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FunctionGemma 270M (fine-tuned)</a:t>
            </a:r>
          </a:p>
          <a:p/>
          <a:p>
            <a:r>
              <a:t>• Input: pilot_state stream + session context</a:t>
            </a:r>
          </a:p>
          <a:p>
            <a:r>
              <a:t>• Output: function call strings (trigger_alert, notify_copilot, suggest_rest_protocol, log_fatigue_event, request_atc_advisory)</a:t>
            </a:r>
          </a:p>
          <a:p>
            <a:r>
              <a:t>• Autonomous safety loop — decides when to escalate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LandingAgent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Gemma 3n E4B</a:t>
            </a:r>
          </a:p>
          <a:p/>
          <a:p>
            <a:r>
              <a:t>• Input: external/belly frame (Camera 2) during approach/landing</a:t>
            </a:r>
          </a:p>
          <a:p>
            <a:r>
              <a:t>• Output: landing_report (bounce_count, on_centerline, contact_type, score)</a:t>
            </a:r>
          </a:p>
          <a:p>
            <a:r>
              <a:t>• Scores: greaser 100, firm 80, hard 60, 4+ bounces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PSI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Composite 0–100 score</a:t>
            </a:r>
          </a:p>
          <a:p/>
          <a:p>
            <a:r>
              <a:t>• Fatigue: perclos, yawn count, CRITICAL events (−40/−15/−30 pts)</a:t>
            </a:r>
          </a:p>
          <a:p>
            <a:r>
              <a:t>• Attention: head drop, gaze off (−30 pts)</a:t>
            </a:r>
          </a:p>
          <a:p>
            <a:r>
              <a:t>• Procedural: cockpit errors (−30 pts)</a:t>
            </a:r>
          </a:p>
          <a:p>
            <a:r>
              <a:t>• Landing: penalty if last score &amp;lt;40 (−10 pts)</a:t>
            </a:r>
          </a:p>
          <a:p>
            <a:r>
              <a:t>• Alert bands: 85+ NOMINAL, 70–84 MONITOR, 55–69 CAUTION, 35–54 WARNING, 0–34 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Does: React HUD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dashboard</a:t>
            </a:r>
          </a:p>
          <a:p/>
          <a:p>
            <a:r>
              <a:t>• PSI ring (animated score)</a:t>
            </a:r>
          </a:p>
          <a:p>
            <a:r>
              <a:t>• Signal grid (yawns, head drops, gaze %)</a:t>
            </a:r>
          </a:p>
          <a:p>
            <a:r>
              <a:t>• Agent feed (FunctionGemma decisions)</a:t>
            </a:r>
          </a:p>
          <a:p>
            <a:r>
              <a:t>• Landing report (bounces, score)</a:t>
            </a:r>
          </a:p>
          <a:p>
            <a:r>
              <a:t>• Alert banner (escalating colors)</a:t>
            </a:r>
          </a:p>
          <a:p>
            <a:r>
              <a:t>• PSI timeline (Recharts)</a:t>
            </a:r>
          </a:p>
          <a:p>
            <a:r>
              <a:t>• Video panel (upload Cam 1/2), Simulator panel (inject scenarios)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Drowsy — elevated perclos, gaze drift → trigger_alert(WARNING), suggest_rest_protocol(15)</a:t>
            </a:r>
          </a:p>
          <a:p>
            <a:r>
              <a:t>• Fatigue onset — perclos rising → log_fatigue_event, trigger_alert(WARNING)</a:t>
            </a:r>
          </a:p>
          <a:p>
            <a:r>
              <a:t>• Gaze drift — gaze off instruments → trigger_alert(WARNING)</a:t>
            </a:r>
          </a:p>
          <a:p>
            <a:r>
              <a:t>• Yawn series — 4+ yawns/10m → suggest_rest_protocol(20)</a:t>
            </a:r>
          </a:p>
        </p:txBody>
      </p:sp>
      <p:pic>
        <p:nvPicPr>
          <p:cNvPr id="4" name="Picture 3" descr="warning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0400"/>
            <a:ext cx="4114800" cy="28932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Critical — micro-sleep risk, head drop → notify_copilot, trigger_alert(CRITICAL)</a:t>
            </a:r>
          </a:p>
          <a:p>
            <a:r>
              <a:t>• Micro-sleep — eyes closed &amp;gt;3s → notify_copilot, request_atc_advisory</a:t>
            </a:r>
          </a:p>
          <a:p>
            <a:r>
              <a:t>• Head drop severe — eyelids drooping → notify_copilot</a:t>
            </a:r>
          </a:p>
          <a:p>
            <a:r>
              <a:t>• Cockpit reversal — throttle opposite → trigger_alert(CRITICAL)</a:t>
            </a:r>
          </a:p>
        </p:txBody>
      </p:sp>
      <p:pic>
        <p:nvPicPr>
          <p:cNvPr id="4" name="Picture 3" descr="critical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0400"/>
            <a:ext cx="4114800" cy="28932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Takeoff &amp; Landing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Takeoff smooth — nominal climb</a:t>
            </a:r>
          </a:p>
          <a:p>
            <a:r>
              <a:t>• Approach nominal — stable approach</a:t>
            </a:r>
          </a:p>
          <a:p>
            <a:r>
              <a:t>• Landing greaser — score 100, 1 contact</a:t>
            </a:r>
          </a:p>
          <a:p>
            <a:r>
              <a:t>• Landing hard — score 60, G&amp;gt;1.8</a:t>
            </a:r>
          </a:p>
          <a:p>
            <a:r>
              <a:t>• Landing bounce — score 10, 4+ bounces, runway excursion risk</a:t>
            </a:r>
          </a:p>
          <a:p>
            <a:r>
              <a:t>• Go-around — initiated</a:t>
            </a:r>
          </a:p>
        </p:txBody>
      </p:sp>
      <p:pic>
        <p:nvPicPr>
          <p:cNvPr id="4" name="Picture 3" descr="landing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0400"/>
            <a:ext cx="4114800" cy="28932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Cockpit Error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Gear omission — gear not down by 1000 ft AGL (−8 pts)</a:t>
            </a:r>
          </a:p>
          <a:p>
            <a:r>
              <a:t>• Wrong button — wrong flap setting (−20 pts)</a:t>
            </a:r>
          </a:p>
          <a:p>
            <a:r>
              <a:t>• Reversal — throttle opposite (−20 pts)</a:t>
            </a:r>
          </a:p>
          <a:p>
            <a:r>
              <a:t>• Sequence error — checklist out of order (−2 pts)</a:t>
            </a:r>
          </a:p>
          <a:p>
            <a:r>
              <a:t>• Cockpit multi — fatigue + procedural errors combined</a:t>
            </a:r>
          </a:p>
        </p:txBody>
      </p:sp>
      <p:pic>
        <p:nvPicPr>
          <p:cNvPr id="4" name="Picture 3" descr="cockpi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0400"/>
            <a:ext cx="4114800" cy="28932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inference on-device; no cloud API calls</a:t>
            </a:r>
          </a:p>
          <a:p>
            <a:r>
              <a:t>• Pilot biometric video never leaves the aircraft</a:t>
            </a:r>
          </a:p>
          <a:p>
            <a:r>
              <a:t>• Alert latency &amp;lt;500ms; cloud impossible at cruise</a:t>
            </a:r>
          </a:p>
          <a:p>
            <a:r>
              <a:t>• Fully offline capable for oceanic routes</a:t>
            </a:r>
          </a:p>
          <a:p>
            <a:r>
              <a:t>• Gemma 3n reasons over frames; not hardcoded thresholds</a:t>
            </a:r>
          </a:p>
          <a:p>
            <a:r>
              <a:t>• FunctionGemma autonomously decides alerts</a:t>
            </a:r>
          </a:p>
          <a:p>
            <a:r>
              <a:t>• Fine-tuned models improve accuracy</a:t>
            </a:r>
          </a:p>
          <a:p>
            <a:r>
              <a:t>• Prototype; real deployment requires DO-178C, FAA/EASA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Cold HUD — PSI 95, NOMINAL</a:t>
            </a:r>
          </a:p>
          <a:p>
            <a:r>
              <a:t>2. Inject drowsy / upload NTHU video → PSI drops, WARNING</a:t>
            </a:r>
          </a:p>
          <a:p>
            <a:r>
              <a:t>3. Inject critical → CRITICAL, notify_copilot</a:t>
            </a:r>
          </a:p>
          <a:p>
            <a:r>
              <a:t>4. Inject landing_bounce → score 10, runway excursion risk</a:t>
            </a:r>
          </a:p>
          <a:p>
            <a:r>
              <a:t>5. Inject cockpit_errors → procedural deductions</a:t>
            </a:r>
          </a:p>
          <a:p>
            <a:r>
              <a:t>6. Turn off WiFi — system keeps running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EngageIQ Flight Deck</a:t>
            </a:r>
          </a:p>
          <a:p>
            <a:r>
              <a:t>Real-time pilot safety — fully on-device.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